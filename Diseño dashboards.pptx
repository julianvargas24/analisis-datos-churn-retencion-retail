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E113"/>
    <a:srgbClr val="EAE50D"/>
    <a:srgbClr val="D6D1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AE8FA-7CCD-4B9E-A39F-C3B4DD4C4235}" type="datetimeFigureOut">
              <a:rPr lang="es-CL" smtClean="0"/>
              <a:t>06-11-2025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F5056-E388-462F-9107-C45DB0A2BE1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166535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AE8FA-7CCD-4B9E-A39F-C3B4DD4C4235}" type="datetimeFigureOut">
              <a:rPr lang="es-CL" smtClean="0"/>
              <a:t>06-11-2025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F5056-E388-462F-9107-C45DB0A2BE1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23943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AE8FA-7CCD-4B9E-A39F-C3B4DD4C4235}" type="datetimeFigureOut">
              <a:rPr lang="es-CL" smtClean="0"/>
              <a:t>06-11-2025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F5056-E388-462F-9107-C45DB0A2BE1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949837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AE8FA-7CCD-4B9E-A39F-C3B4DD4C4235}" type="datetimeFigureOut">
              <a:rPr lang="es-CL" smtClean="0"/>
              <a:t>06-11-2025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F5056-E388-462F-9107-C45DB0A2BE1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555367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AE8FA-7CCD-4B9E-A39F-C3B4DD4C4235}" type="datetimeFigureOut">
              <a:rPr lang="es-CL" smtClean="0"/>
              <a:t>06-11-2025</a:t>
            </a:fld>
            <a:endParaRPr lang="es-C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F5056-E388-462F-9107-C45DB0A2BE1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948108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AE8FA-7CCD-4B9E-A39F-C3B4DD4C4235}" type="datetimeFigureOut">
              <a:rPr lang="es-CL" smtClean="0"/>
              <a:t>06-11-2025</a:t>
            </a:fld>
            <a:endParaRPr lang="es-C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F5056-E388-462F-9107-C45DB0A2BE1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233381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AE8FA-7CCD-4B9E-A39F-C3B4DD4C4235}" type="datetimeFigureOut">
              <a:rPr lang="es-CL" smtClean="0"/>
              <a:t>06-11-2025</a:t>
            </a:fld>
            <a:endParaRPr lang="es-C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F5056-E388-462F-9107-C45DB0A2BE1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726830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AE8FA-7CCD-4B9E-A39F-C3B4DD4C4235}" type="datetimeFigureOut">
              <a:rPr lang="es-CL" smtClean="0"/>
              <a:t>06-11-2025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F5056-E388-462F-9107-C45DB0A2BE1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867901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F55AE8FA-7CCD-4B9E-A39F-C3B4DD4C4235}" type="datetimeFigureOut">
              <a:rPr lang="es-CL" smtClean="0"/>
              <a:t>06-11-2025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76FF5056-E388-462F-9107-C45DB0A2BE1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881650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AE8FA-7CCD-4B9E-A39F-C3B4DD4C4235}" type="datetimeFigureOut">
              <a:rPr lang="es-CL" smtClean="0"/>
              <a:t>06-11-2025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F5056-E388-462F-9107-C45DB0A2BE1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85386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AE8FA-7CCD-4B9E-A39F-C3B4DD4C4235}" type="datetimeFigureOut">
              <a:rPr lang="es-CL" smtClean="0"/>
              <a:t>06-11-2025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F5056-E388-462F-9107-C45DB0A2BE1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385181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AE8FA-7CCD-4B9E-A39F-C3B4DD4C4235}" type="datetimeFigureOut">
              <a:rPr lang="es-CL" smtClean="0"/>
              <a:t>06-11-2025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F5056-E388-462F-9107-C45DB0A2BE1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405712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AE8FA-7CCD-4B9E-A39F-C3B4DD4C4235}" type="datetimeFigureOut">
              <a:rPr lang="es-CL" smtClean="0"/>
              <a:t>06-11-2025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F5056-E388-462F-9107-C45DB0A2BE1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316799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AE8FA-7CCD-4B9E-A39F-C3B4DD4C4235}" type="datetimeFigureOut">
              <a:rPr lang="es-CL" smtClean="0"/>
              <a:t>06-11-2025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F5056-E388-462F-9107-C45DB0A2BE1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692401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AE8FA-7CCD-4B9E-A39F-C3B4DD4C4235}" type="datetimeFigureOut">
              <a:rPr lang="es-CL" smtClean="0"/>
              <a:t>06-11-2025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F5056-E388-462F-9107-C45DB0A2BE1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921573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AE8FA-7CCD-4B9E-A39F-C3B4DD4C4235}" type="datetimeFigureOut">
              <a:rPr lang="es-CL" smtClean="0"/>
              <a:t>06-11-2025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F5056-E388-462F-9107-C45DB0A2BE1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444566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AE8FA-7CCD-4B9E-A39F-C3B4DD4C4235}" type="datetimeFigureOut">
              <a:rPr lang="es-CL" smtClean="0"/>
              <a:t>06-11-2025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F5056-E388-462F-9107-C45DB0A2BE1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35364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F55AE8FA-7CCD-4B9E-A39F-C3B4DD4C4235}" type="datetimeFigureOut">
              <a:rPr lang="es-CL" smtClean="0"/>
              <a:t>06-11-2025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76FF5056-E388-462F-9107-C45DB0A2BE1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735379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  <p:sldLayoutId id="214748374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13.png"/><Relationship Id="rId3" Type="http://schemas.openxmlformats.org/officeDocument/2006/relationships/image" Target="../media/image3.sv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524F505C-16FB-9532-E124-45CAD0D37BB7}"/>
              </a:ext>
            </a:extLst>
          </p:cNvPr>
          <p:cNvSpPr/>
          <p:nvPr/>
        </p:nvSpPr>
        <p:spPr>
          <a:xfrm>
            <a:off x="7477337" y="127281"/>
            <a:ext cx="4486814" cy="1146772"/>
          </a:xfrm>
          <a:prstGeom prst="roundRect">
            <a:avLst/>
          </a:prstGeom>
          <a:solidFill>
            <a:schemeClr val="bg1">
              <a:lumMod val="50000"/>
              <a:lumOff val="50000"/>
            </a:schemeClr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E1191F3F-6D76-B5A4-9173-F1E3A368BF9A}"/>
              </a:ext>
            </a:extLst>
          </p:cNvPr>
          <p:cNvSpPr/>
          <p:nvPr/>
        </p:nvSpPr>
        <p:spPr>
          <a:xfrm>
            <a:off x="2290527" y="127282"/>
            <a:ext cx="5097101" cy="1146772"/>
          </a:xfrm>
          <a:prstGeom prst="roundRect">
            <a:avLst/>
          </a:prstGeom>
          <a:solidFill>
            <a:schemeClr val="bg1">
              <a:lumMod val="50000"/>
              <a:lumOff val="50000"/>
            </a:schemeClr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2" name="Rectángulo: esquinas redondeadas 21">
            <a:extLst>
              <a:ext uri="{FF2B5EF4-FFF2-40B4-BE49-F238E27FC236}">
                <a16:creationId xmlns:a16="http://schemas.microsoft.com/office/drawing/2014/main" id="{BBCC6EB2-A645-AE9F-BFE4-9155579435D1}"/>
              </a:ext>
            </a:extLst>
          </p:cNvPr>
          <p:cNvSpPr/>
          <p:nvPr/>
        </p:nvSpPr>
        <p:spPr>
          <a:xfrm>
            <a:off x="2302404" y="2637574"/>
            <a:ext cx="2586766" cy="1723926"/>
          </a:xfrm>
          <a:prstGeom prst="roundRect">
            <a:avLst/>
          </a:prstGeom>
          <a:solidFill>
            <a:schemeClr val="bg1">
              <a:lumMod val="50000"/>
              <a:lumOff val="50000"/>
            </a:schemeClr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24" name="Rectángulo: esquinas redondeadas 23">
            <a:extLst>
              <a:ext uri="{FF2B5EF4-FFF2-40B4-BE49-F238E27FC236}">
                <a16:creationId xmlns:a16="http://schemas.microsoft.com/office/drawing/2014/main" id="{F4706775-43F2-41A5-DD53-1F5264681411}"/>
              </a:ext>
            </a:extLst>
          </p:cNvPr>
          <p:cNvSpPr/>
          <p:nvPr/>
        </p:nvSpPr>
        <p:spPr>
          <a:xfrm>
            <a:off x="7692428" y="2637574"/>
            <a:ext cx="4271724" cy="1723926"/>
          </a:xfrm>
          <a:prstGeom prst="roundRect">
            <a:avLst/>
          </a:prstGeom>
          <a:solidFill>
            <a:schemeClr val="bg1">
              <a:lumMod val="50000"/>
              <a:lumOff val="50000"/>
            </a:schemeClr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5" name="Rectángulo: esquinas redondeadas 24">
            <a:extLst>
              <a:ext uri="{FF2B5EF4-FFF2-40B4-BE49-F238E27FC236}">
                <a16:creationId xmlns:a16="http://schemas.microsoft.com/office/drawing/2014/main" id="{076FF9B4-B834-8103-72D5-D76C7B310B43}"/>
              </a:ext>
            </a:extLst>
          </p:cNvPr>
          <p:cNvSpPr/>
          <p:nvPr/>
        </p:nvSpPr>
        <p:spPr>
          <a:xfrm>
            <a:off x="2302404" y="4444718"/>
            <a:ext cx="5302507" cy="2250320"/>
          </a:xfrm>
          <a:prstGeom prst="roundRect">
            <a:avLst/>
          </a:prstGeom>
          <a:solidFill>
            <a:schemeClr val="bg1">
              <a:lumMod val="50000"/>
              <a:lumOff val="50000"/>
            </a:schemeClr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6" name="Rectángulo: esquinas redondeadas 25">
            <a:extLst>
              <a:ext uri="{FF2B5EF4-FFF2-40B4-BE49-F238E27FC236}">
                <a16:creationId xmlns:a16="http://schemas.microsoft.com/office/drawing/2014/main" id="{4399980D-7CDD-EB3F-45A1-CB9148340455}"/>
              </a:ext>
            </a:extLst>
          </p:cNvPr>
          <p:cNvSpPr/>
          <p:nvPr/>
        </p:nvSpPr>
        <p:spPr>
          <a:xfrm>
            <a:off x="7692428" y="4450867"/>
            <a:ext cx="4271724" cy="2244171"/>
          </a:xfrm>
          <a:prstGeom prst="roundRect">
            <a:avLst/>
          </a:prstGeom>
          <a:solidFill>
            <a:schemeClr val="bg1">
              <a:lumMod val="50000"/>
              <a:lumOff val="50000"/>
            </a:schemeClr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0" name="Rectángulo: esquinas redondeadas 29">
            <a:extLst>
              <a:ext uri="{FF2B5EF4-FFF2-40B4-BE49-F238E27FC236}">
                <a16:creationId xmlns:a16="http://schemas.microsoft.com/office/drawing/2014/main" id="{B0679A0F-9030-FDAB-E993-153518E427EC}"/>
              </a:ext>
            </a:extLst>
          </p:cNvPr>
          <p:cNvSpPr/>
          <p:nvPr/>
        </p:nvSpPr>
        <p:spPr>
          <a:xfrm>
            <a:off x="4976687" y="2639910"/>
            <a:ext cx="2628224" cy="1721590"/>
          </a:xfrm>
          <a:prstGeom prst="roundRect">
            <a:avLst/>
          </a:prstGeom>
          <a:solidFill>
            <a:schemeClr val="bg1">
              <a:lumMod val="50000"/>
              <a:lumOff val="50000"/>
            </a:schemeClr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3" name="Rectángulo: esquinas redondeadas 32">
            <a:extLst>
              <a:ext uri="{FF2B5EF4-FFF2-40B4-BE49-F238E27FC236}">
                <a16:creationId xmlns:a16="http://schemas.microsoft.com/office/drawing/2014/main" id="{460C090F-3437-001C-F0CE-BCEB15032B63}"/>
              </a:ext>
            </a:extLst>
          </p:cNvPr>
          <p:cNvSpPr/>
          <p:nvPr/>
        </p:nvSpPr>
        <p:spPr>
          <a:xfrm>
            <a:off x="9728737" y="1357271"/>
            <a:ext cx="2235415" cy="1190936"/>
          </a:xfrm>
          <a:prstGeom prst="roundRect">
            <a:avLst/>
          </a:prstGeom>
          <a:solidFill>
            <a:schemeClr val="bg1">
              <a:lumMod val="50000"/>
              <a:lumOff val="50000"/>
            </a:schemeClr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4" name="Rectángulo: esquinas redondeadas 33">
            <a:extLst>
              <a:ext uri="{FF2B5EF4-FFF2-40B4-BE49-F238E27FC236}">
                <a16:creationId xmlns:a16="http://schemas.microsoft.com/office/drawing/2014/main" id="{D2AE462F-9611-0A39-5BD5-7729A1F03B31}"/>
              </a:ext>
            </a:extLst>
          </p:cNvPr>
          <p:cNvSpPr/>
          <p:nvPr/>
        </p:nvSpPr>
        <p:spPr>
          <a:xfrm>
            <a:off x="7279371" y="1357271"/>
            <a:ext cx="2338147" cy="1190936"/>
          </a:xfrm>
          <a:prstGeom prst="roundRect">
            <a:avLst/>
          </a:prstGeom>
          <a:solidFill>
            <a:schemeClr val="bg1">
              <a:lumMod val="50000"/>
              <a:lumOff val="50000"/>
            </a:schemeClr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5" name="Rectángulo: esquinas redondeadas 34">
            <a:extLst>
              <a:ext uri="{FF2B5EF4-FFF2-40B4-BE49-F238E27FC236}">
                <a16:creationId xmlns:a16="http://schemas.microsoft.com/office/drawing/2014/main" id="{8F8CD7C5-DD49-40F7-38B1-49FD46AEB03F}"/>
              </a:ext>
            </a:extLst>
          </p:cNvPr>
          <p:cNvSpPr/>
          <p:nvPr/>
        </p:nvSpPr>
        <p:spPr>
          <a:xfrm>
            <a:off x="4855235" y="1357271"/>
            <a:ext cx="2338147" cy="1190936"/>
          </a:xfrm>
          <a:prstGeom prst="roundRect">
            <a:avLst/>
          </a:prstGeom>
          <a:solidFill>
            <a:schemeClr val="bg1">
              <a:lumMod val="50000"/>
              <a:lumOff val="50000"/>
            </a:schemeClr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6" name="Rectángulo: esquinas redondeadas 35">
            <a:extLst>
              <a:ext uri="{FF2B5EF4-FFF2-40B4-BE49-F238E27FC236}">
                <a16:creationId xmlns:a16="http://schemas.microsoft.com/office/drawing/2014/main" id="{109CF08B-178D-85B8-941B-E7D1B37BDDF1}"/>
              </a:ext>
            </a:extLst>
          </p:cNvPr>
          <p:cNvSpPr/>
          <p:nvPr/>
        </p:nvSpPr>
        <p:spPr>
          <a:xfrm>
            <a:off x="2290527" y="1351549"/>
            <a:ext cx="2453489" cy="1190936"/>
          </a:xfrm>
          <a:prstGeom prst="roundRect">
            <a:avLst/>
          </a:prstGeom>
          <a:solidFill>
            <a:schemeClr val="bg1">
              <a:lumMod val="50000"/>
              <a:lumOff val="50000"/>
            </a:schemeClr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7" name="Rectángulo: esquinas redondeadas 36">
            <a:extLst>
              <a:ext uri="{FF2B5EF4-FFF2-40B4-BE49-F238E27FC236}">
                <a16:creationId xmlns:a16="http://schemas.microsoft.com/office/drawing/2014/main" id="{77CCB653-8919-C6A7-7CC4-27469313ADAF}"/>
              </a:ext>
            </a:extLst>
          </p:cNvPr>
          <p:cNvSpPr/>
          <p:nvPr/>
        </p:nvSpPr>
        <p:spPr>
          <a:xfrm>
            <a:off x="227848" y="1493981"/>
            <a:ext cx="1927282" cy="5201057"/>
          </a:xfrm>
          <a:prstGeom prst="roundRect">
            <a:avLst/>
          </a:prstGeom>
          <a:solidFill>
            <a:schemeClr val="bg1">
              <a:lumMod val="50000"/>
              <a:lumOff val="50000"/>
            </a:schemeClr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46" name="Rectángulo: esquinas redondeadas 45">
            <a:extLst>
              <a:ext uri="{FF2B5EF4-FFF2-40B4-BE49-F238E27FC236}">
                <a16:creationId xmlns:a16="http://schemas.microsoft.com/office/drawing/2014/main" id="{1C662799-5355-A1C7-9704-71EB8ECCD198}"/>
              </a:ext>
            </a:extLst>
          </p:cNvPr>
          <p:cNvSpPr/>
          <p:nvPr/>
        </p:nvSpPr>
        <p:spPr>
          <a:xfrm>
            <a:off x="2573865" y="597528"/>
            <a:ext cx="1330860" cy="546293"/>
          </a:xfrm>
          <a:prstGeom prst="roundRect">
            <a:avLst/>
          </a:prstGeom>
          <a:effectLst>
            <a:glow rad="101600">
              <a:srgbClr val="EAE50D">
                <a:alpha val="40000"/>
              </a:srgbClr>
            </a:glow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2" name="Rectángulo: esquinas redondeadas 61">
            <a:extLst>
              <a:ext uri="{FF2B5EF4-FFF2-40B4-BE49-F238E27FC236}">
                <a16:creationId xmlns:a16="http://schemas.microsoft.com/office/drawing/2014/main" id="{02FF72A2-80FE-53FF-3192-A013501E442C}"/>
              </a:ext>
            </a:extLst>
          </p:cNvPr>
          <p:cNvSpPr/>
          <p:nvPr/>
        </p:nvSpPr>
        <p:spPr>
          <a:xfrm>
            <a:off x="425512" y="5847030"/>
            <a:ext cx="1539089" cy="617650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64" name="Gráfico 63" descr="Usuario con relleno sólido">
            <a:extLst>
              <a:ext uri="{FF2B5EF4-FFF2-40B4-BE49-F238E27FC236}">
                <a16:creationId xmlns:a16="http://schemas.microsoft.com/office/drawing/2014/main" id="{02AF96BF-4C36-2686-A210-55369F1C0C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10343" y="1601873"/>
            <a:ext cx="776668" cy="823943"/>
          </a:xfrm>
          <a:prstGeom prst="rect">
            <a:avLst/>
          </a:prstGeom>
        </p:spPr>
      </p:pic>
      <p:pic>
        <p:nvPicPr>
          <p:cNvPr id="67" name="Imagen 66">
            <a:extLst>
              <a:ext uri="{FF2B5EF4-FFF2-40B4-BE49-F238E27FC236}">
                <a16:creationId xmlns:a16="http://schemas.microsoft.com/office/drawing/2014/main" id="{6873DA4F-2E13-59C5-5624-79F4618423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15" y="-81481"/>
            <a:ext cx="2338147" cy="2037295"/>
          </a:xfrm>
          <a:prstGeom prst="rect">
            <a:avLst/>
          </a:prstGeom>
        </p:spPr>
      </p:pic>
      <p:sp>
        <p:nvSpPr>
          <p:cNvPr id="68" name="Rectángulo: esquinas redondeadas 67">
            <a:extLst>
              <a:ext uri="{FF2B5EF4-FFF2-40B4-BE49-F238E27FC236}">
                <a16:creationId xmlns:a16="http://schemas.microsoft.com/office/drawing/2014/main" id="{733B9BDC-6428-0284-819B-2D8E8AE67FC9}"/>
              </a:ext>
            </a:extLst>
          </p:cNvPr>
          <p:cNvSpPr/>
          <p:nvPr/>
        </p:nvSpPr>
        <p:spPr>
          <a:xfrm>
            <a:off x="4173647" y="594496"/>
            <a:ext cx="1330860" cy="546293"/>
          </a:xfrm>
          <a:prstGeom prst="roundRect">
            <a:avLst/>
          </a:prstGeom>
          <a:effectLst>
            <a:glow rad="101600">
              <a:srgbClr val="EAE50D">
                <a:alpha val="40000"/>
              </a:srgbClr>
            </a:glow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9" name="Rectángulo: esquinas redondeadas 68">
            <a:extLst>
              <a:ext uri="{FF2B5EF4-FFF2-40B4-BE49-F238E27FC236}">
                <a16:creationId xmlns:a16="http://schemas.microsoft.com/office/drawing/2014/main" id="{F9C184C2-3B12-BD37-6BA8-E25B7FFFB6DA}"/>
              </a:ext>
            </a:extLst>
          </p:cNvPr>
          <p:cNvSpPr/>
          <p:nvPr/>
        </p:nvSpPr>
        <p:spPr>
          <a:xfrm>
            <a:off x="5780637" y="594496"/>
            <a:ext cx="1330860" cy="546294"/>
          </a:xfrm>
          <a:prstGeom prst="roundRect">
            <a:avLst/>
          </a:prstGeom>
          <a:effectLst>
            <a:glow rad="101600">
              <a:srgbClr val="EAE50D">
                <a:alpha val="40000"/>
              </a:srgbClr>
            </a:glow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71" name="Gráfico 70" descr="Signo de exclamación con relleno sólido">
            <a:extLst>
              <a:ext uri="{FF2B5EF4-FFF2-40B4-BE49-F238E27FC236}">
                <a16:creationId xmlns:a16="http://schemas.microsoft.com/office/drawing/2014/main" id="{C9BB595A-451E-0DD7-A7BC-3CFAD9D40E8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76329" y="1683471"/>
            <a:ext cx="967792" cy="790811"/>
          </a:xfrm>
          <a:prstGeom prst="rect">
            <a:avLst/>
          </a:prstGeom>
        </p:spPr>
      </p:pic>
      <p:pic>
        <p:nvPicPr>
          <p:cNvPr id="73" name="Gráfico 72" descr="Gráfico de barras con tendencia alcista con relleno sólido">
            <a:extLst>
              <a:ext uri="{FF2B5EF4-FFF2-40B4-BE49-F238E27FC236}">
                <a16:creationId xmlns:a16="http://schemas.microsoft.com/office/drawing/2014/main" id="{5A299D60-D8CC-A9C2-E90B-3B7A78CAB8B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933072" y="1691853"/>
            <a:ext cx="637763" cy="800967"/>
          </a:xfrm>
          <a:prstGeom prst="rect">
            <a:avLst/>
          </a:prstGeom>
        </p:spPr>
      </p:pic>
      <p:pic>
        <p:nvPicPr>
          <p:cNvPr id="75" name="Gráfico 74" descr="Flecha: curva en sentido contrario de las agujas del reloj con relleno sólido">
            <a:extLst>
              <a:ext uri="{FF2B5EF4-FFF2-40B4-BE49-F238E27FC236}">
                <a16:creationId xmlns:a16="http://schemas.microsoft.com/office/drawing/2014/main" id="{929120FA-6BA1-5150-1BEB-45E9236CA1A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224536" y="1680366"/>
            <a:ext cx="857683" cy="857683"/>
          </a:xfrm>
          <a:prstGeom prst="rect">
            <a:avLst/>
          </a:prstGeom>
        </p:spPr>
      </p:pic>
      <p:pic>
        <p:nvPicPr>
          <p:cNvPr id="85" name="Gráfico 84" descr="Mapa con marcador con relleno sólido">
            <a:extLst>
              <a:ext uri="{FF2B5EF4-FFF2-40B4-BE49-F238E27FC236}">
                <a16:creationId xmlns:a16="http://schemas.microsoft.com/office/drawing/2014/main" id="{553D43FB-07CD-BC17-AA9A-CC455E10B16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095592" y="3098658"/>
            <a:ext cx="743484" cy="807347"/>
          </a:xfrm>
          <a:prstGeom prst="rect">
            <a:avLst/>
          </a:prstGeom>
        </p:spPr>
      </p:pic>
      <p:pic>
        <p:nvPicPr>
          <p:cNvPr id="87" name="Gráfico 86" descr="Gráfico de barras con tendencia bajista con relleno sólido">
            <a:extLst>
              <a:ext uri="{FF2B5EF4-FFF2-40B4-BE49-F238E27FC236}">
                <a16:creationId xmlns:a16="http://schemas.microsoft.com/office/drawing/2014/main" id="{0EB764C4-3E10-A285-DE05-67EBD268614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838062" y="3134375"/>
            <a:ext cx="710639" cy="897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9511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38368-FE74-7F85-79F5-35614630C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14EA853D-23D7-28B8-E529-83E2C13157E7}"/>
              </a:ext>
            </a:extLst>
          </p:cNvPr>
          <p:cNvSpPr/>
          <p:nvPr/>
        </p:nvSpPr>
        <p:spPr>
          <a:xfrm>
            <a:off x="7477337" y="127280"/>
            <a:ext cx="4486814" cy="1965237"/>
          </a:xfrm>
          <a:prstGeom prst="roundRect">
            <a:avLst/>
          </a:prstGeom>
          <a:solidFill>
            <a:schemeClr val="bg1">
              <a:lumMod val="50000"/>
              <a:lumOff val="50000"/>
            </a:schemeClr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D14C1BE3-FFA5-1F28-96A4-7D430675C8D7}"/>
              </a:ext>
            </a:extLst>
          </p:cNvPr>
          <p:cNvSpPr/>
          <p:nvPr/>
        </p:nvSpPr>
        <p:spPr>
          <a:xfrm>
            <a:off x="2290527" y="127282"/>
            <a:ext cx="5097101" cy="1146772"/>
          </a:xfrm>
          <a:prstGeom prst="roundRect">
            <a:avLst/>
          </a:prstGeom>
          <a:solidFill>
            <a:schemeClr val="bg1">
              <a:lumMod val="50000"/>
              <a:lumOff val="50000"/>
            </a:schemeClr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2" name="Rectángulo: esquinas redondeadas 21">
            <a:extLst>
              <a:ext uri="{FF2B5EF4-FFF2-40B4-BE49-F238E27FC236}">
                <a16:creationId xmlns:a16="http://schemas.microsoft.com/office/drawing/2014/main" id="{5B0F0335-8117-E4BF-A0D5-AA7FE9E0A5BC}"/>
              </a:ext>
            </a:extLst>
          </p:cNvPr>
          <p:cNvSpPr/>
          <p:nvPr/>
        </p:nvSpPr>
        <p:spPr>
          <a:xfrm>
            <a:off x="4918857" y="1357090"/>
            <a:ext cx="2480648" cy="1680153"/>
          </a:xfrm>
          <a:prstGeom prst="roundRect">
            <a:avLst/>
          </a:prstGeom>
          <a:solidFill>
            <a:schemeClr val="bg1">
              <a:lumMod val="50000"/>
              <a:lumOff val="50000"/>
            </a:schemeClr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24" name="Rectángulo: esquinas redondeadas 23">
            <a:extLst>
              <a:ext uri="{FF2B5EF4-FFF2-40B4-BE49-F238E27FC236}">
                <a16:creationId xmlns:a16="http://schemas.microsoft.com/office/drawing/2014/main" id="{20559AE4-4300-866F-0104-2E1B574D828E}"/>
              </a:ext>
            </a:extLst>
          </p:cNvPr>
          <p:cNvSpPr/>
          <p:nvPr/>
        </p:nvSpPr>
        <p:spPr>
          <a:xfrm>
            <a:off x="7477337" y="2181885"/>
            <a:ext cx="4486815" cy="2179615"/>
          </a:xfrm>
          <a:prstGeom prst="roundRect">
            <a:avLst/>
          </a:prstGeom>
          <a:solidFill>
            <a:schemeClr val="bg1">
              <a:lumMod val="50000"/>
              <a:lumOff val="50000"/>
            </a:schemeClr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5" name="Rectángulo: esquinas redondeadas 24">
            <a:extLst>
              <a:ext uri="{FF2B5EF4-FFF2-40B4-BE49-F238E27FC236}">
                <a16:creationId xmlns:a16="http://schemas.microsoft.com/office/drawing/2014/main" id="{86078B66-4AF1-0764-60A8-38CF98211D1C}"/>
              </a:ext>
            </a:extLst>
          </p:cNvPr>
          <p:cNvSpPr/>
          <p:nvPr/>
        </p:nvSpPr>
        <p:spPr>
          <a:xfrm>
            <a:off x="2302404" y="4444718"/>
            <a:ext cx="9661747" cy="2250320"/>
          </a:xfrm>
          <a:prstGeom prst="roundRect">
            <a:avLst/>
          </a:prstGeom>
          <a:solidFill>
            <a:schemeClr val="bg1">
              <a:lumMod val="50000"/>
              <a:lumOff val="50000"/>
            </a:schemeClr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5" name="Rectángulo: esquinas redondeadas 34">
            <a:extLst>
              <a:ext uri="{FF2B5EF4-FFF2-40B4-BE49-F238E27FC236}">
                <a16:creationId xmlns:a16="http://schemas.microsoft.com/office/drawing/2014/main" id="{09C543FC-460E-8B9A-B693-E16D9A4AF53F}"/>
              </a:ext>
            </a:extLst>
          </p:cNvPr>
          <p:cNvSpPr/>
          <p:nvPr/>
        </p:nvSpPr>
        <p:spPr>
          <a:xfrm>
            <a:off x="2302404" y="3120279"/>
            <a:ext cx="5097101" cy="1241221"/>
          </a:xfrm>
          <a:prstGeom prst="roundRect">
            <a:avLst/>
          </a:prstGeom>
          <a:solidFill>
            <a:schemeClr val="bg1">
              <a:lumMod val="50000"/>
              <a:lumOff val="50000"/>
            </a:schemeClr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6" name="Rectángulo: esquinas redondeadas 35">
            <a:extLst>
              <a:ext uri="{FF2B5EF4-FFF2-40B4-BE49-F238E27FC236}">
                <a16:creationId xmlns:a16="http://schemas.microsoft.com/office/drawing/2014/main" id="{7F45BAD3-A86B-0164-44FE-2746315CDE0B}"/>
              </a:ext>
            </a:extLst>
          </p:cNvPr>
          <p:cNvSpPr/>
          <p:nvPr/>
        </p:nvSpPr>
        <p:spPr>
          <a:xfrm>
            <a:off x="2302404" y="1357090"/>
            <a:ext cx="2514862" cy="1680153"/>
          </a:xfrm>
          <a:prstGeom prst="roundRect">
            <a:avLst/>
          </a:prstGeom>
          <a:solidFill>
            <a:schemeClr val="bg1">
              <a:lumMod val="50000"/>
              <a:lumOff val="50000"/>
            </a:schemeClr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7" name="Rectángulo: esquinas redondeadas 36">
            <a:extLst>
              <a:ext uri="{FF2B5EF4-FFF2-40B4-BE49-F238E27FC236}">
                <a16:creationId xmlns:a16="http://schemas.microsoft.com/office/drawing/2014/main" id="{23435713-12AE-0E16-34B8-5F715862F215}"/>
              </a:ext>
            </a:extLst>
          </p:cNvPr>
          <p:cNvSpPr/>
          <p:nvPr/>
        </p:nvSpPr>
        <p:spPr>
          <a:xfrm>
            <a:off x="227848" y="1493981"/>
            <a:ext cx="1927282" cy="5201057"/>
          </a:xfrm>
          <a:prstGeom prst="roundRect">
            <a:avLst/>
          </a:prstGeom>
          <a:solidFill>
            <a:schemeClr val="bg1">
              <a:lumMod val="50000"/>
              <a:lumOff val="50000"/>
            </a:schemeClr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46" name="Rectángulo: esquinas redondeadas 45">
            <a:extLst>
              <a:ext uri="{FF2B5EF4-FFF2-40B4-BE49-F238E27FC236}">
                <a16:creationId xmlns:a16="http://schemas.microsoft.com/office/drawing/2014/main" id="{BBF0C53D-5047-0E27-D04F-083B91CB1C68}"/>
              </a:ext>
            </a:extLst>
          </p:cNvPr>
          <p:cNvSpPr/>
          <p:nvPr/>
        </p:nvSpPr>
        <p:spPr>
          <a:xfrm>
            <a:off x="2573865" y="597528"/>
            <a:ext cx="1330860" cy="546293"/>
          </a:xfrm>
          <a:prstGeom prst="roundRect">
            <a:avLst/>
          </a:prstGeom>
          <a:effectLst>
            <a:glow rad="101600">
              <a:srgbClr val="EAE50D">
                <a:alpha val="40000"/>
              </a:srgbClr>
            </a:glow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2" name="Rectángulo: esquinas redondeadas 61">
            <a:extLst>
              <a:ext uri="{FF2B5EF4-FFF2-40B4-BE49-F238E27FC236}">
                <a16:creationId xmlns:a16="http://schemas.microsoft.com/office/drawing/2014/main" id="{90C66E7C-0B0C-E88F-83F4-2051114572C4}"/>
              </a:ext>
            </a:extLst>
          </p:cNvPr>
          <p:cNvSpPr/>
          <p:nvPr/>
        </p:nvSpPr>
        <p:spPr>
          <a:xfrm>
            <a:off x="425512" y="5847030"/>
            <a:ext cx="1539089" cy="617650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67" name="Imagen 66">
            <a:extLst>
              <a:ext uri="{FF2B5EF4-FFF2-40B4-BE49-F238E27FC236}">
                <a16:creationId xmlns:a16="http://schemas.microsoft.com/office/drawing/2014/main" id="{757F4D8B-786C-FB6E-5580-CE0D1A4597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15" y="-81481"/>
            <a:ext cx="2338147" cy="2037295"/>
          </a:xfrm>
          <a:prstGeom prst="rect">
            <a:avLst/>
          </a:prstGeom>
        </p:spPr>
      </p:pic>
      <p:sp>
        <p:nvSpPr>
          <p:cNvPr id="68" name="Rectángulo: esquinas redondeadas 67">
            <a:extLst>
              <a:ext uri="{FF2B5EF4-FFF2-40B4-BE49-F238E27FC236}">
                <a16:creationId xmlns:a16="http://schemas.microsoft.com/office/drawing/2014/main" id="{D3E76693-6349-28CA-A651-F811DE7FE1E0}"/>
              </a:ext>
            </a:extLst>
          </p:cNvPr>
          <p:cNvSpPr/>
          <p:nvPr/>
        </p:nvSpPr>
        <p:spPr>
          <a:xfrm>
            <a:off x="4173647" y="594496"/>
            <a:ext cx="1330860" cy="546293"/>
          </a:xfrm>
          <a:prstGeom prst="roundRect">
            <a:avLst/>
          </a:prstGeom>
          <a:effectLst>
            <a:glow rad="101600">
              <a:srgbClr val="EAE50D">
                <a:alpha val="40000"/>
              </a:srgbClr>
            </a:glow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9" name="Rectángulo: esquinas redondeadas 68">
            <a:extLst>
              <a:ext uri="{FF2B5EF4-FFF2-40B4-BE49-F238E27FC236}">
                <a16:creationId xmlns:a16="http://schemas.microsoft.com/office/drawing/2014/main" id="{EC7C90E7-6807-4D8E-FA99-FA943F1EA954}"/>
              </a:ext>
            </a:extLst>
          </p:cNvPr>
          <p:cNvSpPr/>
          <p:nvPr/>
        </p:nvSpPr>
        <p:spPr>
          <a:xfrm>
            <a:off x="5780637" y="594496"/>
            <a:ext cx="1330860" cy="546294"/>
          </a:xfrm>
          <a:prstGeom prst="roundRect">
            <a:avLst/>
          </a:prstGeom>
          <a:effectLst>
            <a:glow rad="101600">
              <a:srgbClr val="EAE50D">
                <a:alpha val="40000"/>
              </a:srgbClr>
            </a:glow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3" name="Gráfico 2" descr="Monedas con relleno sólido">
            <a:extLst>
              <a:ext uri="{FF2B5EF4-FFF2-40B4-BE49-F238E27FC236}">
                <a16:creationId xmlns:a16="http://schemas.microsoft.com/office/drawing/2014/main" id="{76027BDF-D931-C323-1CB1-3D92FF9031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84958" y="1982973"/>
            <a:ext cx="713523" cy="713523"/>
          </a:xfrm>
          <a:prstGeom prst="rect">
            <a:avLst/>
          </a:prstGeom>
        </p:spPr>
      </p:pic>
      <p:pic>
        <p:nvPicPr>
          <p:cNvPr id="6" name="Gráfico 5" descr="Carro de la compra con relleno sólido">
            <a:extLst>
              <a:ext uri="{FF2B5EF4-FFF2-40B4-BE49-F238E27FC236}">
                <a16:creationId xmlns:a16="http://schemas.microsoft.com/office/drawing/2014/main" id="{1431AFDF-6849-88DC-7304-E8EE3ABC7DC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01411" y="1982973"/>
            <a:ext cx="650867" cy="650867"/>
          </a:xfrm>
          <a:prstGeom prst="rect">
            <a:avLst/>
          </a:prstGeom>
        </p:spPr>
      </p:pic>
      <p:pic>
        <p:nvPicPr>
          <p:cNvPr id="8" name="Gráfico 7" descr="Advertencia con relleno sólido">
            <a:extLst>
              <a:ext uri="{FF2B5EF4-FFF2-40B4-BE49-F238E27FC236}">
                <a16:creationId xmlns:a16="http://schemas.microsoft.com/office/drawing/2014/main" id="{D3182292-DF25-D27C-66AE-8D6FD7F4E24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41270" y="328368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76846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03B2C6-F52D-11A7-FE34-A6415B5C7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3CC1774D-CFF9-6538-1072-A8029EF171CB}"/>
              </a:ext>
            </a:extLst>
          </p:cNvPr>
          <p:cNvSpPr/>
          <p:nvPr/>
        </p:nvSpPr>
        <p:spPr>
          <a:xfrm>
            <a:off x="7477337" y="127280"/>
            <a:ext cx="4486814" cy="1965237"/>
          </a:xfrm>
          <a:prstGeom prst="roundRect">
            <a:avLst/>
          </a:prstGeom>
          <a:solidFill>
            <a:schemeClr val="bg1">
              <a:lumMod val="50000"/>
              <a:lumOff val="50000"/>
            </a:schemeClr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0C2508A3-3BF4-724D-4024-FFACD2345B17}"/>
              </a:ext>
            </a:extLst>
          </p:cNvPr>
          <p:cNvSpPr/>
          <p:nvPr/>
        </p:nvSpPr>
        <p:spPr>
          <a:xfrm>
            <a:off x="2290527" y="127282"/>
            <a:ext cx="5097101" cy="1146772"/>
          </a:xfrm>
          <a:prstGeom prst="roundRect">
            <a:avLst/>
          </a:prstGeom>
          <a:solidFill>
            <a:schemeClr val="bg1">
              <a:lumMod val="50000"/>
              <a:lumOff val="50000"/>
            </a:schemeClr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2" name="Rectángulo: esquinas redondeadas 21">
            <a:extLst>
              <a:ext uri="{FF2B5EF4-FFF2-40B4-BE49-F238E27FC236}">
                <a16:creationId xmlns:a16="http://schemas.microsoft.com/office/drawing/2014/main" id="{244D8355-60A1-EDAA-62FD-3673F0DC6A5A}"/>
              </a:ext>
            </a:extLst>
          </p:cNvPr>
          <p:cNvSpPr/>
          <p:nvPr/>
        </p:nvSpPr>
        <p:spPr>
          <a:xfrm>
            <a:off x="4918857" y="1357090"/>
            <a:ext cx="2480648" cy="1680153"/>
          </a:xfrm>
          <a:prstGeom prst="roundRect">
            <a:avLst/>
          </a:prstGeom>
          <a:solidFill>
            <a:schemeClr val="bg1">
              <a:lumMod val="50000"/>
              <a:lumOff val="50000"/>
            </a:schemeClr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24" name="Rectángulo: esquinas redondeadas 23">
            <a:extLst>
              <a:ext uri="{FF2B5EF4-FFF2-40B4-BE49-F238E27FC236}">
                <a16:creationId xmlns:a16="http://schemas.microsoft.com/office/drawing/2014/main" id="{6A70A02B-9324-8EDF-D0F0-7C193B7AEDFE}"/>
              </a:ext>
            </a:extLst>
          </p:cNvPr>
          <p:cNvSpPr/>
          <p:nvPr/>
        </p:nvSpPr>
        <p:spPr>
          <a:xfrm>
            <a:off x="7477337" y="2181885"/>
            <a:ext cx="4486815" cy="2179615"/>
          </a:xfrm>
          <a:prstGeom prst="roundRect">
            <a:avLst/>
          </a:prstGeom>
          <a:solidFill>
            <a:schemeClr val="bg1">
              <a:lumMod val="50000"/>
              <a:lumOff val="50000"/>
            </a:schemeClr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5" name="Rectángulo: esquinas redondeadas 24">
            <a:extLst>
              <a:ext uri="{FF2B5EF4-FFF2-40B4-BE49-F238E27FC236}">
                <a16:creationId xmlns:a16="http://schemas.microsoft.com/office/drawing/2014/main" id="{81B36B06-DF6D-83C3-223A-D06897D4188C}"/>
              </a:ext>
            </a:extLst>
          </p:cNvPr>
          <p:cNvSpPr/>
          <p:nvPr/>
        </p:nvSpPr>
        <p:spPr>
          <a:xfrm>
            <a:off x="2302404" y="4444718"/>
            <a:ext cx="9661747" cy="2250320"/>
          </a:xfrm>
          <a:prstGeom prst="roundRect">
            <a:avLst/>
          </a:prstGeom>
          <a:solidFill>
            <a:schemeClr val="bg1">
              <a:lumMod val="50000"/>
              <a:lumOff val="50000"/>
            </a:schemeClr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5" name="Rectángulo: esquinas redondeadas 34">
            <a:extLst>
              <a:ext uri="{FF2B5EF4-FFF2-40B4-BE49-F238E27FC236}">
                <a16:creationId xmlns:a16="http://schemas.microsoft.com/office/drawing/2014/main" id="{D170DDBC-BD1F-F098-DBDA-091440CBB5D5}"/>
              </a:ext>
            </a:extLst>
          </p:cNvPr>
          <p:cNvSpPr/>
          <p:nvPr/>
        </p:nvSpPr>
        <p:spPr>
          <a:xfrm>
            <a:off x="2302404" y="3120279"/>
            <a:ext cx="5097101" cy="1241221"/>
          </a:xfrm>
          <a:prstGeom prst="roundRect">
            <a:avLst/>
          </a:prstGeom>
          <a:solidFill>
            <a:schemeClr val="bg1">
              <a:lumMod val="50000"/>
              <a:lumOff val="50000"/>
            </a:schemeClr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6" name="Rectángulo: esquinas redondeadas 35">
            <a:extLst>
              <a:ext uri="{FF2B5EF4-FFF2-40B4-BE49-F238E27FC236}">
                <a16:creationId xmlns:a16="http://schemas.microsoft.com/office/drawing/2014/main" id="{E88FCF90-0A20-96E0-323A-C26D3ADDB0D4}"/>
              </a:ext>
            </a:extLst>
          </p:cNvPr>
          <p:cNvSpPr/>
          <p:nvPr/>
        </p:nvSpPr>
        <p:spPr>
          <a:xfrm>
            <a:off x="2302404" y="1357090"/>
            <a:ext cx="2514862" cy="1680153"/>
          </a:xfrm>
          <a:prstGeom prst="roundRect">
            <a:avLst/>
          </a:prstGeom>
          <a:solidFill>
            <a:schemeClr val="bg1">
              <a:lumMod val="50000"/>
              <a:lumOff val="50000"/>
            </a:schemeClr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7" name="Rectángulo: esquinas redondeadas 36">
            <a:extLst>
              <a:ext uri="{FF2B5EF4-FFF2-40B4-BE49-F238E27FC236}">
                <a16:creationId xmlns:a16="http://schemas.microsoft.com/office/drawing/2014/main" id="{596AC3FD-2906-F316-F648-2B3FC25FA859}"/>
              </a:ext>
            </a:extLst>
          </p:cNvPr>
          <p:cNvSpPr/>
          <p:nvPr/>
        </p:nvSpPr>
        <p:spPr>
          <a:xfrm>
            <a:off x="227848" y="1493981"/>
            <a:ext cx="1927282" cy="5201057"/>
          </a:xfrm>
          <a:prstGeom prst="roundRect">
            <a:avLst/>
          </a:prstGeom>
          <a:solidFill>
            <a:schemeClr val="bg1">
              <a:lumMod val="50000"/>
              <a:lumOff val="50000"/>
            </a:schemeClr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46" name="Rectángulo: esquinas redondeadas 45">
            <a:extLst>
              <a:ext uri="{FF2B5EF4-FFF2-40B4-BE49-F238E27FC236}">
                <a16:creationId xmlns:a16="http://schemas.microsoft.com/office/drawing/2014/main" id="{4B6B13D9-775A-104C-8855-902545252EBE}"/>
              </a:ext>
            </a:extLst>
          </p:cNvPr>
          <p:cNvSpPr/>
          <p:nvPr/>
        </p:nvSpPr>
        <p:spPr>
          <a:xfrm>
            <a:off x="2573865" y="597528"/>
            <a:ext cx="1330860" cy="546293"/>
          </a:xfrm>
          <a:prstGeom prst="roundRect">
            <a:avLst/>
          </a:prstGeom>
          <a:effectLst>
            <a:glow rad="101600">
              <a:srgbClr val="EAE50D">
                <a:alpha val="40000"/>
              </a:srgbClr>
            </a:glow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2" name="Rectángulo: esquinas redondeadas 61">
            <a:extLst>
              <a:ext uri="{FF2B5EF4-FFF2-40B4-BE49-F238E27FC236}">
                <a16:creationId xmlns:a16="http://schemas.microsoft.com/office/drawing/2014/main" id="{EDF08030-428A-E7F0-016C-3E02C7B614C4}"/>
              </a:ext>
            </a:extLst>
          </p:cNvPr>
          <p:cNvSpPr/>
          <p:nvPr/>
        </p:nvSpPr>
        <p:spPr>
          <a:xfrm>
            <a:off x="425512" y="5847030"/>
            <a:ext cx="1539089" cy="617650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67" name="Imagen 66">
            <a:extLst>
              <a:ext uri="{FF2B5EF4-FFF2-40B4-BE49-F238E27FC236}">
                <a16:creationId xmlns:a16="http://schemas.microsoft.com/office/drawing/2014/main" id="{E8B1D855-72DC-A9E9-4933-A16E7C2D13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15" y="-81481"/>
            <a:ext cx="2338147" cy="2037295"/>
          </a:xfrm>
          <a:prstGeom prst="rect">
            <a:avLst/>
          </a:prstGeom>
        </p:spPr>
      </p:pic>
      <p:sp>
        <p:nvSpPr>
          <p:cNvPr id="68" name="Rectángulo: esquinas redondeadas 67">
            <a:extLst>
              <a:ext uri="{FF2B5EF4-FFF2-40B4-BE49-F238E27FC236}">
                <a16:creationId xmlns:a16="http://schemas.microsoft.com/office/drawing/2014/main" id="{F55815A8-854F-7DD2-7E0D-0FCA4DF16565}"/>
              </a:ext>
            </a:extLst>
          </p:cNvPr>
          <p:cNvSpPr/>
          <p:nvPr/>
        </p:nvSpPr>
        <p:spPr>
          <a:xfrm>
            <a:off x="4173647" y="594496"/>
            <a:ext cx="1330860" cy="546293"/>
          </a:xfrm>
          <a:prstGeom prst="roundRect">
            <a:avLst/>
          </a:prstGeom>
          <a:effectLst>
            <a:glow rad="101600">
              <a:srgbClr val="EAE50D">
                <a:alpha val="40000"/>
              </a:srgbClr>
            </a:glow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9" name="Rectángulo: esquinas redondeadas 68">
            <a:extLst>
              <a:ext uri="{FF2B5EF4-FFF2-40B4-BE49-F238E27FC236}">
                <a16:creationId xmlns:a16="http://schemas.microsoft.com/office/drawing/2014/main" id="{0FBFB008-D315-368D-2523-C11FBFB20A35}"/>
              </a:ext>
            </a:extLst>
          </p:cNvPr>
          <p:cNvSpPr/>
          <p:nvPr/>
        </p:nvSpPr>
        <p:spPr>
          <a:xfrm>
            <a:off x="5780637" y="594496"/>
            <a:ext cx="1330860" cy="546294"/>
          </a:xfrm>
          <a:prstGeom prst="roundRect">
            <a:avLst/>
          </a:prstGeom>
          <a:effectLst>
            <a:glow rad="101600">
              <a:srgbClr val="EAE50D">
                <a:alpha val="40000"/>
              </a:srgbClr>
            </a:glow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7" name="Gráfico 6" descr="Gráfico de barras con tendencia alcista con relleno sólido">
            <a:extLst>
              <a:ext uri="{FF2B5EF4-FFF2-40B4-BE49-F238E27FC236}">
                <a16:creationId xmlns:a16="http://schemas.microsoft.com/office/drawing/2014/main" id="{A59071C6-11A8-74FC-7C5B-8C730E4949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16237" y="1965133"/>
            <a:ext cx="637763" cy="800967"/>
          </a:xfrm>
          <a:prstGeom prst="rect">
            <a:avLst/>
          </a:prstGeom>
        </p:spPr>
      </p:pic>
      <p:pic>
        <p:nvPicPr>
          <p:cNvPr id="9" name="Gráfico 8" descr="Gráfico de barras con tendencia alcista con relleno sólido">
            <a:extLst>
              <a:ext uri="{FF2B5EF4-FFF2-40B4-BE49-F238E27FC236}">
                <a16:creationId xmlns:a16="http://schemas.microsoft.com/office/drawing/2014/main" id="{EB323DAF-C7E8-B694-E2E8-2285FC3F5D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21851" y="1965133"/>
            <a:ext cx="637763" cy="800967"/>
          </a:xfrm>
          <a:prstGeom prst="rect">
            <a:avLst/>
          </a:prstGeom>
        </p:spPr>
      </p:pic>
      <p:pic>
        <p:nvPicPr>
          <p:cNvPr id="10" name="Gráfico 9" descr="Gráfico de barras con tendencia alcista con relleno sólido">
            <a:extLst>
              <a:ext uri="{FF2B5EF4-FFF2-40B4-BE49-F238E27FC236}">
                <a16:creationId xmlns:a16="http://schemas.microsoft.com/office/drawing/2014/main" id="{EADA869C-FE1E-294E-A5E4-5B099E8559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95514" y="3327179"/>
            <a:ext cx="637763" cy="800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87793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lla">
  <a:themeElements>
    <a:clrScheme name="Malla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alla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alla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TM03457485[[fn=Malla]]</Template>
  <TotalTime>702</TotalTime>
  <Words>0</Words>
  <Application>Microsoft Office PowerPoint</Application>
  <PresentationFormat>Panorámica</PresentationFormat>
  <Paragraphs>0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6" baseType="lpstr">
      <vt:lpstr>Arial</vt:lpstr>
      <vt:lpstr>Century Gothic</vt:lpstr>
      <vt:lpstr>Malla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Julian Vargas</dc:creator>
  <cp:lastModifiedBy>Julian Vargas</cp:lastModifiedBy>
  <cp:revision>38</cp:revision>
  <dcterms:created xsi:type="dcterms:W3CDTF">2025-11-06T02:03:24Z</dcterms:created>
  <dcterms:modified xsi:type="dcterms:W3CDTF">2025-11-07T01:43:18Z</dcterms:modified>
</cp:coreProperties>
</file>